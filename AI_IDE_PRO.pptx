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8" r:id="rId3"/>
    <p:sldId id="263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6238A-1D89-4547-AB47-4A492340631E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4BE49-510F-49DA-A687-E5B3B087D6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18342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6238A-1D89-4547-AB47-4A492340631E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4BE49-510F-49DA-A687-E5B3B087D6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0582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6238A-1D89-4547-AB47-4A492340631E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4BE49-510F-49DA-A687-E5B3B087D6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85425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6238A-1D89-4547-AB47-4A492340631E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4BE49-510F-49DA-A687-E5B3B087D6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57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6238A-1D89-4547-AB47-4A492340631E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4BE49-510F-49DA-A687-E5B3B087D6AC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8335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6238A-1D89-4547-AB47-4A492340631E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4BE49-510F-49DA-A687-E5B3B087D6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7223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6238A-1D89-4547-AB47-4A492340631E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4BE49-510F-49DA-A687-E5B3B087D6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2591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6238A-1D89-4547-AB47-4A492340631E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4BE49-510F-49DA-A687-E5B3B087D6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9690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1356238A-1D89-4547-AB47-4A492340631E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4BE49-510F-49DA-A687-E5B3B087D6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44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6238A-1D89-4547-AB47-4A492340631E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4BE49-510F-49DA-A687-E5B3B087D6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9693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6238A-1D89-4547-AB47-4A492340631E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4BE49-510F-49DA-A687-E5B3B087D6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7593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356238A-1D89-4547-AB47-4A492340631E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CD44BE49-510F-49DA-A687-E5B3B087D6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3786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DAFFFB-CA5B-4283-B28D-9A7F4CCF05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19450" y="345033"/>
            <a:ext cx="5753100" cy="1370066"/>
          </a:xfrm>
        </p:spPr>
        <p:txBody>
          <a:bodyPr/>
          <a:lstStyle/>
          <a:p>
            <a:r>
              <a:rPr lang="en-US" dirty="0"/>
              <a:t>AI_IDE_PRO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464C353-2725-46D5-963D-729887E0E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5034911"/>
            <a:ext cx="2958399" cy="176366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BBC4677-E409-4888-88FB-3D160D197B55}"/>
              </a:ext>
            </a:extLst>
          </p:cNvPr>
          <p:cNvSpPr txBox="1"/>
          <p:nvPr/>
        </p:nvSpPr>
        <p:spPr>
          <a:xfrm>
            <a:off x="3048000" y="2969289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ключевые функции защищены декоратором @login_required</a:t>
            </a:r>
          </a:p>
          <a:p>
            <a:r>
              <a:rPr lang="ru-RU" dirty="0"/>
              <a:t>Уникальность никнеймов 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28A1B1C5-F24C-4AF4-9EC0-B0C7AFDA44A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727" t="2621" r="27436" b="5983"/>
          <a:stretch/>
        </p:blipFill>
        <p:spPr>
          <a:xfrm>
            <a:off x="2627676" y="2063261"/>
            <a:ext cx="3294294" cy="3972967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F005354-71BA-4EA5-94FD-4527EFEA464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700" t="9192" r="10231" b="9027"/>
          <a:stretch/>
        </p:blipFill>
        <p:spPr>
          <a:xfrm>
            <a:off x="6388649" y="2063261"/>
            <a:ext cx="2641478" cy="3888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438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399692-EA0B-4A91-B3C5-6BD2820AE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028" y="433246"/>
            <a:ext cx="6506464" cy="1188720"/>
          </a:xfrm>
        </p:spPr>
        <p:txBody>
          <a:bodyPr/>
          <a:lstStyle/>
          <a:p>
            <a:r>
              <a:rPr lang="ru-RU" dirty="0"/>
              <a:t>Безопасность и обработка ошибок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54D96FD-0F5D-4591-84CA-35FACAFDAC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5618" y="3904939"/>
            <a:ext cx="5600456" cy="19497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6B666A-1F82-4B0D-9A76-5D2EF3C3157A}"/>
              </a:ext>
            </a:extLst>
          </p:cNvPr>
          <p:cNvSpPr txBox="1"/>
          <p:nvPr/>
        </p:nvSpPr>
        <p:spPr>
          <a:xfrm>
            <a:off x="6096000" y="310583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Сообщения об ошибках при регистрации интегрированы прямо в интерфейс формы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5302B2-93FB-4FC1-9A49-7685A83AAE78}"/>
              </a:ext>
            </a:extLst>
          </p:cNvPr>
          <p:cNvSpPr txBox="1"/>
          <p:nvPr/>
        </p:nvSpPr>
        <p:spPr>
          <a:xfrm>
            <a:off x="1023816" y="2609892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Ключевые функции защищены декоратором @login_required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Уникальность никнеймов </a:t>
            </a:r>
          </a:p>
        </p:txBody>
      </p:sp>
    </p:spTree>
    <p:extLst>
      <p:ext uri="{BB962C8B-B14F-4D97-AF65-F5344CB8AC3E}">
        <p14:creationId xmlns:p14="http://schemas.microsoft.com/office/powerpoint/2010/main" val="1981090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399692-EA0B-4A91-B3C5-6BD2820AE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7450" y="181174"/>
            <a:ext cx="5239751" cy="827504"/>
          </a:xfrm>
        </p:spPr>
        <p:txBody>
          <a:bodyPr>
            <a:normAutofit/>
          </a:bodyPr>
          <a:lstStyle/>
          <a:p>
            <a:r>
              <a:rPr lang="ru-RU" sz="2400" dirty="0"/>
              <a:t>интерфейс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6D97FA-7041-4D9F-8BAE-ADC4E708E2C5}"/>
              </a:ext>
            </a:extLst>
          </p:cNvPr>
          <p:cNvSpPr txBox="1"/>
          <p:nvPr/>
        </p:nvSpPr>
        <p:spPr>
          <a:xfrm>
            <a:off x="7889109" y="1722903"/>
            <a:ext cx="6052859" cy="1179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ru-RU" dirty="0"/>
              <a:t>Персонализация профиля </a:t>
            </a:r>
          </a:p>
          <a:p>
            <a:pPr>
              <a:spcBef>
                <a:spcPts val="1000"/>
              </a:spcBef>
            </a:pPr>
            <a:endParaRPr lang="ru-RU" dirty="0"/>
          </a:p>
          <a:p>
            <a:pPr>
              <a:spcBef>
                <a:spcPts val="1000"/>
              </a:spcBef>
            </a:pPr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A652823D-060A-4261-9147-EA067CB57D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400" y="1722903"/>
            <a:ext cx="4213308" cy="175356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6784F07-9989-4257-AF55-D95622B89741}"/>
              </a:ext>
            </a:extLst>
          </p:cNvPr>
          <p:cNvSpPr txBox="1"/>
          <p:nvPr/>
        </p:nvSpPr>
        <p:spPr>
          <a:xfrm>
            <a:off x="864268" y="856948"/>
            <a:ext cx="51154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Отображение фото профиля рядом с никнеймом в </a:t>
            </a:r>
            <a:r>
              <a:rPr lang="en-US" dirty="0"/>
              <a:t>Online Now</a:t>
            </a:r>
            <a:endParaRPr lang="ru-RU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08E74C-1A4C-4964-97C2-AAC87CA448C5}"/>
              </a:ext>
            </a:extLst>
          </p:cNvPr>
          <p:cNvSpPr txBox="1"/>
          <p:nvPr/>
        </p:nvSpPr>
        <p:spPr>
          <a:xfrm>
            <a:off x="864268" y="4562043"/>
            <a:ext cx="62925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Удобное расположение комнат в профиле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78A5AE62-2EA4-442C-9D3C-0A86793DFD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251" y="4949863"/>
            <a:ext cx="5630730" cy="1563045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CE67BCEC-E989-4CAC-BB73-6EB9B52707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9944" y="2138071"/>
            <a:ext cx="3385595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067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837434-BB63-43E8-BB7C-F5E8B8739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8471" y="393506"/>
            <a:ext cx="5576434" cy="1188720"/>
          </a:xfrm>
        </p:spPr>
        <p:txBody>
          <a:bodyPr/>
          <a:lstStyle/>
          <a:p>
            <a:r>
              <a:rPr lang="ru-RU" dirty="0"/>
              <a:t>Функционал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45BDDB-7966-4AD2-80E5-BECAD1DEE8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1197" y="3186313"/>
            <a:ext cx="5576434" cy="3278181"/>
          </a:xfrm>
        </p:spPr>
        <p:txBody>
          <a:bodyPr/>
          <a:lstStyle/>
          <a:p>
            <a:endParaRPr lang="ru-RU" dirty="0"/>
          </a:p>
          <a:p>
            <a:pPr marL="0" indent="0">
              <a:buNone/>
            </a:pPr>
            <a:r>
              <a:rPr lang="ru-RU" dirty="0"/>
              <a:t>Отображение курсоров и выделений других участников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6105B1D-A7C5-4302-A0BD-A4DC297309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6061" y="2421857"/>
            <a:ext cx="4619625" cy="28003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3C7449-8FA0-464E-96F5-84F6FD570877}"/>
              </a:ext>
            </a:extLst>
          </p:cNvPr>
          <p:cNvSpPr txBox="1"/>
          <p:nvPr/>
        </p:nvSpPr>
        <p:spPr>
          <a:xfrm>
            <a:off x="6786061" y="203981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Панель AI с предложениями по улучшению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FD2DC90-544B-4E63-AAFA-1F16B909B5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656" y="4233037"/>
            <a:ext cx="4200525" cy="18288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F7FE47D-0656-48CE-B6A2-47F9D5BF80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4276" y="1028432"/>
            <a:ext cx="3153215" cy="201005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4B9E9D2-4456-4320-8BBF-A448B0A107B9}"/>
              </a:ext>
            </a:extLst>
          </p:cNvPr>
          <p:cNvSpPr txBox="1"/>
          <p:nvPr/>
        </p:nvSpPr>
        <p:spPr>
          <a:xfrm>
            <a:off x="1029656" y="495949"/>
            <a:ext cx="6440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Отдельные кнопки под разные задачи AI </a:t>
            </a:r>
          </a:p>
        </p:txBody>
      </p:sp>
    </p:spTree>
    <p:extLst>
      <p:ext uri="{BB962C8B-B14F-4D97-AF65-F5344CB8AC3E}">
        <p14:creationId xmlns:p14="http://schemas.microsoft.com/office/powerpoint/2010/main" val="1033150680"/>
      </p:ext>
    </p:extLst>
  </p:cSld>
  <p:clrMapOvr>
    <a:masterClrMapping/>
  </p:clrMapOvr>
</p:sld>
</file>

<file path=ppt/theme/theme1.xml><?xml version="1.0" encoding="utf-8"?>
<a:theme xmlns:a="http://schemas.openxmlformats.org/drawingml/2006/main" name="Посылка">
  <a:themeElements>
    <a:clrScheme name="Другая 6">
      <a:dk1>
        <a:srgbClr val="FFFFFF"/>
      </a:dk1>
      <a:lt1>
        <a:srgbClr val="4A5356"/>
      </a:lt1>
      <a:dk2>
        <a:srgbClr val="4A5356"/>
      </a:dk2>
      <a:lt2>
        <a:srgbClr val="E8E3CE"/>
      </a:lt2>
      <a:accent1>
        <a:srgbClr val="F6A21D"/>
      </a:accent1>
      <a:accent2>
        <a:srgbClr val="4A5356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Посылка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Посылка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TM10001115[[fn=Посылка]]</Template>
  <TotalTime>93</TotalTime>
  <Words>75</Words>
  <Application>Microsoft Office PowerPoint</Application>
  <PresentationFormat>Широкоэкранный</PresentationFormat>
  <Paragraphs>20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Arial</vt:lpstr>
      <vt:lpstr>Corbel</vt:lpstr>
      <vt:lpstr>Gill Sans MT</vt:lpstr>
      <vt:lpstr>Посылка</vt:lpstr>
      <vt:lpstr>AI_IDE_PRO</vt:lpstr>
      <vt:lpstr>Безопасность и обработка ошибок</vt:lpstr>
      <vt:lpstr>интерфейс</vt:lpstr>
      <vt:lpstr>Функционал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Evdokia Tenisheva</dc:creator>
  <cp:lastModifiedBy>Evdokia Tenisheva</cp:lastModifiedBy>
  <cp:revision>10</cp:revision>
  <dcterms:created xsi:type="dcterms:W3CDTF">2026-04-02T09:23:45Z</dcterms:created>
  <dcterms:modified xsi:type="dcterms:W3CDTF">2026-04-02T10:57:24Z</dcterms:modified>
</cp:coreProperties>
</file>